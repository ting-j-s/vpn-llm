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1" r:id="rId2"/>
    <p:sldId id="262" r:id="rId3"/>
    <p:sldId id="267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9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3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97CEF-ABEC-4E8E-BE0B-8F3BECFFF072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6051E-68AA-4562-93C3-575A9626C9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643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A442D8-6B26-5413-0CDE-94B04D937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E6249C-62F7-AF57-F988-4198866BDE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342DB2-32B2-55A7-E128-E77FD197F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8D5B9-6089-4C8C-B702-60EAD52CDE7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214162-0120-613C-6F5E-32C0EC767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03160F-E4F5-0434-DB5F-3469F5F22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6D40D-E349-4DE7-9E99-B12EDCC79A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0275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CE5AA1-CF42-982E-E173-235A642AD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CD5895-B304-ACC2-BFE0-79963F13FE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009E9E-30F9-FFD8-0A66-AF2D28C7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8D5B9-6089-4C8C-B702-60EAD52CDE7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FF939B-96B7-4A92-D96F-1BF3058BA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1B2E6BA-DF4D-58C3-4F9B-B1B8759A6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6D40D-E349-4DE7-9E99-B12EDCC79A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593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AA26C6-0E6B-7ACE-90C6-73E736C3E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63AD1E-9E2C-8AD1-DAB8-33FF2EAEA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953E68-1726-E392-AB87-BE7D6A4FA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8D5B9-6089-4C8C-B702-60EAD52CDE7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259066-D5EA-92E8-2778-1CADC048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E6CBF1-60B6-1CF9-F8BB-2FC84B50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6D40D-E349-4DE7-9E99-B12EDCC79A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561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3DD487-2436-081F-38A5-168606F49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494957-5439-4898-0DC4-C9EA637E1E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F4559C-E778-7124-96A2-9D947DC44C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E72388-6146-8AFD-C1D4-5E6F5CBD5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8D5B9-6089-4C8C-B702-60EAD52CDE7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E7B381-959F-00C9-4ABE-0682B7BA9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8A08AF-1559-57FD-9640-E0BFD78A1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6D40D-E349-4DE7-9E99-B12EDCC79A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218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CBBA96-95D3-91EF-61C1-488132D2E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C3D07B3-582A-E10B-38CD-33922EED4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C54280-CA50-1159-CA78-F6F7F2968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224F57-6772-FF93-288E-BCC09B8905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1D127C7-86A8-F53B-5E4C-9936A44FB4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B15D49-5119-E24C-B072-236DBE80C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8D5B9-6089-4C8C-B702-60EAD52CDE7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F9D5EB9-7256-2EE4-541C-BA772F8B4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180A809-0026-F73F-9B03-24147CEB3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6D40D-E349-4DE7-9E99-B12EDCC79A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3954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9D1E5A-4357-A845-EEF8-D7307E771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3D7183C-FEEE-36AF-9992-C85BA2705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8D5B9-6089-4C8C-B702-60EAD52CDE7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EBAB2E-4304-0C3B-2064-7BF742CF6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7ED971-F0F4-9B77-D4D7-9ABEFAAEE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6D40D-E349-4DE7-9E99-B12EDCC79A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5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1777BBF-B2FC-96C0-29ED-0D945C46F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8D5B9-6089-4C8C-B702-60EAD52CDE7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3B8C71-98EE-EED4-20DE-316EB08FE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112CA15-999E-2AEF-4F76-76B72F98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6D40D-E349-4DE7-9E99-B12EDCC79A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703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D9E6B-79E1-3009-B0D6-38E3FCEF7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957131-741A-8465-1592-9F8971652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D1387B-10B0-84BE-3E1F-92A9EF5D68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A7000B-B7DD-A0CD-23B1-49488122A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8D5B9-6089-4C8C-B702-60EAD52CDE7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4EF210-CD34-F8A2-E671-8062446AE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5E3EB1B-8C71-83BB-E9E1-966C8B481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6D40D-E349-4DE7-9E99-B12EDCC79A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7106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635356-86D9-B6E4-90D5-762C17DB6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1A4C9F1-5574-7D1D-BB3B-B6ED082744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B550BD-EF57-1A7C-BA01-4D22A04B6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258B7B-32B8-EC80-50D6-D0B1E866B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8D5B9-6089-4C8C-B702-60EAD52CDE7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DAA63C-CDFF-2F99-F21B-D931C2471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A9481A4-7F00-8F1C-13D3-6FC63975A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6D40D-E349-4DE7-9E99-B12EDCC79A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18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F537CE-8299-1427-F484-6402FD752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410EF2E-DC9C-EFD7-C86F-BA1C0FED9A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FACC52-9FE0-0DCA-DC4C-A9056C47D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8D5B9-6089-4C8C-B702-60EAD52CDE7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C9DFE7-153B-ACF2-49B2-D9187178B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2BF298-2AED-9535-6C56-52AAEBDEC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6D40D-E349-4DE7-9E99-B12EDCC79A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1052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5EDF6AC-EC3E-73D6-0CE2-94635EEAD4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60CB3C-A3B7-604C-F4FE-51C0B49C8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365D90-6A4A-708F-510F-7B16506DD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8D5B9-6089-4C8C-B702-60EAD52CDE7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5625E9-42E6-0F55-5392-7BD84D2D3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89CDC9-CF0A-83BC-B425-FEE53C6B3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D6D40D-E349-4DE7-9E99-B12EDCC79A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804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DA05B94-9F8D-E89E-ED13-C43712A97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C538B2-EB8C-5DA4-584E-54A870431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729A88-E197-344B-27A5-74869C1493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8D5B9-6089-4C8C-B702-60EAD52CDE70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E35B50-1379-AEE3-8293-6EBE1C321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E6068A-F053-A702-2B5C-00FDA9497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D6D40D-E349-4DE7-9E99-B12EDCC79A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88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C95DC7-8C49-7D8D-B09A-E64767051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三、想法与思路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D07CAD-95BD-3EA4-4A53-58D875991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（一）一些对总体方案的思考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我们最后要得到的东西</a:t>
            </a:r>
            <a:endParaRPr lang="en-US" altLang="zh-CN" dirty="0"/>
          </a:p>
          <a:p>
            <a:pPr marL="914400" lvl="2" indent="0">
              <a:buNone/>
            </a:pPr>
            <a:r>
              <a:rPr lang="zh-CN" altLang="en-US" dirty="0"/>
              <a:t>我的理解：</a:t>
            </a:r>
            <a:r>
              <a:rPr lang="en-US" altLang="zh-CN" dirty="0"/>
              <a:t>1.</a:t>
            </a:r>
            <a:r>
              <a:rPr lang="zh-CN" altLang="en-US" dirty="0"/>
              <a:t>先完成：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		</a:t>
            </a:r>
            <a:r>
              <a:rPr lang="zh-CN" altLang="en-US" dirty="0"/>
              <a:t>一个客户端</a:t>
            </a:r>
          </a:p>
          <a:p>
            <a:pPr marL="914400" lvl="2" indent="0">
              <a:buNone/>
            </a:pPr>
            <a:r>
              <a:rPr lang="en-US" altLang="zh-CN" dirty="0"/>
              <a:t>	     	</a:t>
            </a:r>
            <a:r>
              <a:rPr lang="zh-CN" altLang="en-US" dirty="0"/>
              <a:t>一个服务端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	     	</a:t>
            </a:r>
            <a:r>
              <a:rPr lang="zh-CN" altLang="en-US" dirty="0"/>
              <a:t>一条虚拟隧道，把 </a:t>
            </a:r>
            <a:r>
              <a:rPr lang="en-US" altLang="zh-CN" dirty="0"/>
              <a:t>IP </a:t>
            </a:r>
            <a:r>
              <a:rPr lang="zh-CN" altLang="en-US" dirty="0"/>
              <a:t>包从一端送到另一端</a:t>
            </a:r>
            <a:r>
              <a:rPr lang="en-US" altLang="zh-CN" dirty="0"/>
              <a:t>,</a:t>
            </a:r>
            <a:r>
              <a:rPr lang="zh-CN" altLang="en-US" dirty="0"/>
              <a:t>外层嵌套 </a:t>
            </a:r>
            <a:r>
              <a:rPr lang="en-US" altLang="zh-CN" dirty="0"/>
              <a:t>SSH</a:t>
            </a:r>
            <a:r>
              <a:rPr lang="zh-CN" altLang="en-US" dirty="0"/>
              <a:t>等已有协议</a:t>
            </a:r>
          </a:p>
          <a:p>
            <a:pPr marL="914400" lvl="2" indent="0">
              <a:buNone/>
            </a:pP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	     2.</a:t>
            </a:r>
            <a:r>
              <a:rPr lang="zh-CN" altLang="en-US" dirty="0"/>
              <a:t>第二步：</a:t>
            </a:r>
            <a:endParaRPr lang="en-US" altLang="zh-CN" dirty="0"/>
          </a:p>
          <a:p>
            <a:pPr marL="914400" lvl="2" indent="0">
              <a:buNone/>
            </a:pPr>
            <a:r>
              <a:rPr lang="zh-CN" altLang="en-US" dirty="0">
                <a:solidFill>
                  <a:srgbClr val="FF0000"/>
                </a:solidFill>
              </a:rPr>
              <a:t>做一个可替换内外层协议的框架（</a:t>
            </a:r>
            <a:r>
              <a:rPr lang="en-US" altLang="zh-CN" dirty="0">
                <a:solidFill>
                  <a:srgbClr val="FF0000"/>
                </a:solidFill>
              </a:rPr>
              <a:t>LLM</a:t>
            </a:r>
            <a:r>
              <a:rPr lang="zh-CN" altLang="en-US" dirty="0">
                <a:solidFill>
                  <a:srgbClr val="FF0000"/>
                </a:solidFill>
              </a:rPr>
              <a:t>模块完成所有相关的代码编写任务）</a:t>
            </a:r>
            <a:r>
              <a:rPr lang="zh-CN" altLang="en-US" dirty="0"/>
              <a:t>，将 </a:t>
            </a:r>
            <a:r>
              <a:rPr lang="en-US" altLang="zh-CN" dirty="0"/>
              <a:t>VPN </a:t>
            </a:r>
            <a:r>
              <a:rPr lang="zh-CN" altLang="en-US" dirty="0"/>
              <a:t>核心逻辑与外层传输协议解耦，不同的隧道核心可以运行在不同外层协议之上）</a:t>
            </a:r>
            <a:br>
              <a:rPr lang="zh-CN" altLang="en-US" dirty="0"/>
            </a:br>
            <a:endParaRPr lang="en-US" altLang="zh-CN" dirty="0"/>
          </a:p>
          <a:p>
            <a:pPr marL="914400" lvl="2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54293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DD3FFB-6FA9-A10E-8611-A604AF4C0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三、想法与思路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64CE95-CE8D-D468-3073-40D2CB15D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183046"/>
          </a:xfrm>
        </p:spPr>
        <p:txBody>
          <a:bodyPr>
            <a:normAutofit/>
          </a:bodyPr>
          <a:lstStyle/>
          <a:p>
            <a:r>
              <a:rPr lang="zh-CN" altLang="en-US" dirty="0"/>
              <a:t>（一）一些对第一步的思考</a:t>
            </a:r>
            <a:endParaRPr lang="en-US" altLang="zh-CN" dirty="0"/>
          </a:p>
          <a:p>
            <a:r>
              <a:rPr lang="zh-CN" altLang="en-US" sz="1600" dirty="0"/>
              <a:t>对任务的拆分</a:t>
            </a:r>
            <a:r>
              <a:rPr lang="en-US" altLang="zh-CN" sz="1600" dirty="0"/>
              <a:t>,</a:t>
            </a:r>
            <a:r>
              <a:rPr lang="zh-CN" altLang="en-US" sz="1600" dirty="0"/>
              <a:t>先做一个固定隧道内部协议和外部嵌套协议的</a:t>
            </a:r>
            <a:r>
              <a:rPr lang="en-US" altLang="zh-CN" sz="1600" dirty="0"/>
              <a:t>VPN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88285BB-5B40-D7DF-8358-38A8278421AB}"/>
              </a:ext>
            </a:extLst>
          </p:cNvPr>
          <p:cNvSpPr txBox="1"/>
          <p:nvPr/>
        </p:nvSpPr>
        <p:spPr>
          <a:xfrm>
            <a:off x="1926991" y="2610683"/>
            <a:ext cx="3491903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/>
              <a:t>客户端主机</a:t>
            </a:r>
          </a:p>
          <a:p>
            <a:r>
              <a:rPr lang="zh-CN" altLang="en-US" sz="1000" dirty="0"/>
              <a:t>│</a:t>
            </a:r>
          </a:p>
          <a:p>
            <a:r>
              <a:rPr lang="zh-CN" altLang="en-US" sz="1000" dirty="0"/>
              <a:t>├── 应用程序</a:t>
            </a:r>
          </a:p>
          <a:p>
            <a:r>
              <a:rPr lang="zh-CN" altLang="en-US" sz="1000" dirty="0"/>
              <a:t>│      ↓</a:t>
            </a:r>
          </a:p>
          <a:p>
            <a:r>
              <a:rPr lang="zh-CN" altLang="en-US" sz="1000" dirty="0"/>
              <a:t>├── 操作系统协议栈</a:t>
            </a:r>
          </a:p>
          <a:p>
            <a:r>
              <a:rPr lang="zh-CN" altLang="en-US" sz="1000" dirty="0"/>
              <a:t>│      ↓</a:t>
            </a:r>
          </a:p>
          <a:p>
            <a:r>
              <a:rPr lang="zh-CN" altLang="en-US" sz="1000" dirty="0"/>
              <a:t>├── 路由表</a:t>
            </a:r>
          </a:p>
          <a:p>
            <a:r>
              <a:rPr lang="zh-CN" altLang="en-US" sz="1000" dirty="0"/>
              <a:t>│      ↓</a:t>
            </a:r>
          </a:p>
          <a:p>
            <a:r>
              <a:rPr lang="zh-CN" altLang="en-US" sz="1000" dirty="0"/>
              <a:t>├── </a:t>
            </a:r>
            <a:r>
              <a:rPr lang="en-US" altLang="zh-CN" sz="1000" dirty="0"/>
              <a:t>TUN </a:t>
            </a:r>
            <a:r>
              <a:rPr lang="zh-CN" altLang="en-US" sz="1000" dirty="0"/>
              <a:t>虚拟网卡</a:t>
            </a:r>
          </a:p>
          <a:p>
            <a:r>
              <a:rPr lang="zh-CN" altLang="en-US" sz="1000" dirty="0"/>
              <a:t>│      ↓ 读取 </a:t>
            </a:r>
            <a:r>
              <a:rPr lang="en-US" altLang="zh-CN" sz="1000" dirty="0"/>
              <a:t>IP </a:t>
            </a:r>
            <a:r>
              <a:rPr lang="zh-CN" altLang="en-US" sz="1000" dirty="0"/>
              <a:t>包</a:t>
            </a:r>
          </a:p>
          <a:p>
            <a:r>
              <a:rPr lang="zh-CN" altLang="en-US" sz="1000" dirty="0"/>
              <a:t>├── </a:t>
            </a:r>
            <a:r>
              <a:rPr lang="en-US" altLang="zh-CN" sz="1000" dirty="0"/>
              <a:t>VPN Client Core</a:t>
            </a:r>
            <a:r>
              <a:rPr lang="zh-CN" altLang="en-US" sz="1000" dirty="0"/>
              <a:t>（</a:t>
            </a:r>
            <a:r>
              <a:rPr lang="en-US" altLang="zh-CN" sz="1000" dirty="0">
                <a:solidFill>
                  <a:srgbClr val="FF0000"/>
                </a:solidFill>
              </a:rPr>
              <a:t>LLM</a:t>
            </a:r>
            <a:r>
              <a:rPr lang="zh-CN" altLang="en-US" sz="1000" dirty="0">
                <a:solidFill>
                  <a:srgbClr val="FF0000"/>
                </a:solidFill>
              </a:rPr>
              <a:t>为核心</a:t>
            </a:r>
            <a:r>
              <a:rPr lang="zh-CN" altLang="en-US" sz="1000" dirty="0"/>
              <a:t>）</a:t>
            </a:r>
            <a:endParaRPr lang="en-US" altLang="zh-CN" sz="1000" dirty="0"/>
          </a:p>
          <a:p>
            <a:r>
              <a:rPr lang="en-US" altLang="zh-CN" sz="1000" dirty="0"/>
              <a:t>│      ↓ </a:t>
            </a:r>
            <a:r>
              <a:rPr lang="zh-CN" altLang="en-US" sz="1000" dirty="0"/>
              <a:t>封装成 </a:t>
            </a:r>
            <a:r>
              <a:rPr lang="en-US" altLang="zh-CN" sz="1000" dirty="0"/>
              <a:t>Frame</a:t>
            </a:r>
          </a:p>
          <a:p>
            <a:r>
              <a:rPr lang="en-US" altLang="zh-CN" sz="1000" dirty="0"/>
              <a:t>├── Transport Layer</a:t>
            </a:r>
          </a:p>
          <a:p>
            <a:r>
              <a:rPr lang="en-US" altLang="zh-CN" sz="1000" dirty="0"/>
              <a:t>│      ├── TCP</a:t>
            </a:r>
          </a:p>
          <a:p>
            <a:r>
              <a:rPr lang="en-US" altLang="zh-CN" sz="1000" dirty="0"/>
              <a:t>│      ├── TLS / HTTPS</a:t>
            </a:r>
          </a:p>
          <a:p>
            <a:endParaRPr lang="en-US" altLang="zh-CN" sz="1000" dirty="0"/>
          </a:p>
          <a:p>
            <a:r>
              <a:rPr lang="en-US" altLang="zh-CN" sz="1000" dirty="0"/>
              <a:t>│      ├── WebSocket / WSS</a:t>
            </a:r>
          </a:p>
          <a:p>
            <a:endParaRPr lang="en-US" altLang="zh-CN" sz="1000" dirty="0"/>
          </a:p>
          <a:p>
            <a:r>
              <a:rPr lang="en-US" altLang="zh-CN" sz="1000" dirty="0"/>
              <a:t>│      └── SSH </a:t>
            </a:r>
          </a:p>
          <a:p>
            <a:r>
              <a:rPr lang="en-US" altLang="zh-CN" sz="1000" dirty="0"/>
              <a:t>│</a:t>
            </a:r>
          </a:p>
          <a:p>
            <a:r>
              <a:rPr lang="en-US" altLang="zh-CN" sz="1000" dirty="0"/>
              <a:t>↓ </a:t>
            </a:r>
            <a:r>
              <a:rPr lang="zh-CN" altLang="en-US" sz="1000" dirty="0"/>
              <a:t>公网 </a:t>
            </a:r>
            <a:r>
              <a:rPr lang="en-US" altLang="zh-CN" sz="1000" dirty="0"/>
              <a:t>/ </a:t>
            </a:r>
            <a:r>
              <a:rPr lang="zh-CN" altLang="en-US" sz="1000" dirty="0"/>
              <a:t>局域网</a:t>
            </a:r>
          </a:p>
          <a:p>
            <a:r>
              <a:rPr lang="zh-CN" altLang="en-US" sz="1000" dirty="0"/>
              <a:t>│</a:t>
            </a:r>
          </a:p>
          <a:p>
            <a:r>
              <a:rPr lang="zh-CN" altLang="en-US" sz="1000" dirty="0"/>
              <a:t>├── </a:t>
            </a:r>
            <a:r>
              <a:rPr lang="en-US" altLang="zh-CN" sz="1000" dirty="0"/>
              <a:t>VPN Server Transport</a:t>
            </a:r>
          </a:p>
          <a:p>
            <a:r>
              <a:rPr lang="en-US" altLang="zh-CN" sz="1000" dirty="0"/>
              <a:t>│      ↓ </a:t>
            </a:r>
            <a:r>
              <a:rPr lang="zh-CN" altLang="en-US" sz="1000" dirty="0"/>
              <a:t>解外层协议</a:t>
            </a:r>
          </a:p>
          <a:p>
            <a:r>
              <a:rPr lang="zh-CN" altLang="en-US" sz="1000" dirty="0"/>
              <a:t>├── </a:t>
            </a:r>
            <a:r>
              <a:rPr lang="en-US" altLang="zh-CN" sz="1000" dirty="0"/>
              <a:t>VPN Server Core</a:t>
            </a:r>
          </a:p>
          <a:p>
            <a:r>
              <a:rPr lang="en-US" altLang="zh-CN" sz="1000" dirty="0"/>
              <a:t>│      ↓ </a:t>
            </a:r>
            <a:r>
              <a:rPr lang="zh-CN" altLang="en-US" sz="1000" dirty="0"/>
              <a:t>解 </a:t>
            </a:r>
            <a:r>
              <a:rPr lang="en-US" altLang="zh-CN" sz="1000" dirty="0"/>
              <a:t>Frame</a:t>
            </a:r>
            <a:r>
              <a:rPr lang="zh-CN" altLang="en-US" sz="1000" dirty="0"/>
              <a:t>，得到 </a:t>
            </a:r>
            <a:r>
              <a:rPr lang="en-US" altLang="zh-CN" sz="1000" dirty="0"/>
              <a:t>IP </a:t>
            </a:r>
            <a:r>
              <a:rPr lang="zh-CN" altLang="en-US" sz="1000" dirty="0"/>
              <a:t>包</a:t>
            </a:r>
          </a:p>
          <a:p>
            <a:r>
              <a:rPr lang="zh-CN" altLang="en-US" sz="1000" dirty="0"/>
              <a:t>├── </a:t>
            </a:r>
            <a:r>
              <a:rPr lang="en-US" altLang="zh-CN" sz="1000" dirty="0"/>
              <a:t>Server TUN / NAT / </a:t>
            </a:r>
            <a:r>
              <a:rPr lang="zh-CN" altLang="en-US" sz="1000" dirty="0"/>
              <a:t>路由</a:t>
            </a:r>
          </a:p>
          <a:p>
            <a:r>
              <a:rPr lang="zh-CN" altLang="en-US" sz="1000" dirty="0"/>
              <a:t>│      ↓</a:t>
            </a:r>
          </a:p>
          <a:p>
            <a:r>
              <a:rPr lang="zh-CN" altLang="en-US" sz="1000" dirty="0"/>
              <a:t>目标网络</a:t>
            </a:r>
            <a:endParaRPr lang="zh-CN" altLang="en-US" sz="11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11E620E-BC65-2017-7791-969BD073E7AF}"/>
              </a:ext>
            </a:extLst>
          </p:cNvPr>
          <p:cNvSpPr txBox="1"/>
          <p:nvPr/>
        </p:nvSpPr>
        <p:spPr>
          <a:xfrm>
            <a:off x="4343571" y="3271187"/>
            <a:ext cx="6609455" cy="2274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系统架构：</a:t>
            </a:r>
            <a:endParaRPr lang="en-US" altLang="zh-CN" dirty="0"/>
          </a:p>
          <a:p>
            <a:pPr>
              <a:lnSpc>
                <a:spcPts val="2500"/>
              </a:lnSpc>
            </a:pPr>
            <a:r>
              <a:rPr lang="en-US" altLang="zh-CN" dirty="0"/>
              <a:t>Input Layer	</a:t>
            </a:r>
            <a:r>
              <a:rPr lang="zh-CN" altLang="en-US" dirty="0"/>
              <a:t>输入层：</a:t>
            </a:r>
            <a:r>
              <a:rPr lang="en-US" altLang="zh-CN" dirty="0"/>
              <a:t>TUN / </a:t>
            </a:r>
            <a:r>
              <a:rPr lang="zh-CN" altLang="en-US" dirty="0"/>
              <a:t>测试输入</a:t>
            </a:r>
          </a:p>
          <a:p>
            <a:pPr>
              <a:lnSpc>
                <a:spcPts val="2500"/>
              </a:lnSpc>
            </a:pPr>
            <a:r>
              <a:rPr lang="en-US" altLang="zh-CN" dirty="0"/>
              <a:t>Tunnel Core	</a:t>
            </a:r>
            <a:r>
              <a:rPr lang="zh-CN" altLang="en-US" dirty="0"/>
              <a:t>隧道核心层：会话、认证、心跳、转发控制</a:t>
            </a:r>
          </a:p>
          <a:p>
            <a:pPr>
              <a:lnSpc>
                <a:spcPts val="2500"/>
              </a:lnSpc>
            </a:pPr>
            <a:r>
              <a:rPr lang="en-US" altLang="zh-CN" dirty="0"/>
              <a:t>Frame Codec	</a:t>
            </a:r>
            <a:r>
              <a:rPr lang="zh-CN" altLang="en-US" dirty="0"/>
              <a:t>帧编解码层：把 </a:t>
            </a:r>
            <a:r>
              <a:rPr lang="en-US" altLang="zh-CN" dirty="0"/>
              <a:t>IP </a:t>
            </a:r>
            <a:r>
              <a:rPr lang="zh-CN" altLang="en-US" dirty="0"/>
              <a:t>包变成统一数据帧</a:t>
            </a:r>
          </a:p>
          <a:p>
            <a:pPr>
              <a:lnSpc>
                <a:spcPts val="2500"/>
              </a:lnSpc>
            </a:pPr>
            <a:r>
              <a:rPr lang="en-US" altLang="zh-CN" dirty="0"/>
              <a:t>Transport Layer     </a:t>
            </a:r>
            <a:r>
              <a:rPr lang="zh-CN" altLang="en-US" dirty="0"/>
              <a:t>可替换传输层：</a:t>
            </a:r>
            <a:r>
              <a:rPr lang="en-US" altLang="zh-CN" dirty="0"/>
              <a:t>TCP / TLS / WebSocket / SSH</a:t>
            </a:r>
          </a:p>
          <a:p>
            <a:pPr>
              <a:lnSpc>
                <a:spcPts val="2500"/>
              </a:lnSpc>
            </a:pPr>
            <a:r>
              <a:rPr lang="en-US" altLang="zh-CN" dirty="0"/>
              <a:t>Forwarding Layer 	</a:t>
            </a:r>
            <a:r>
              <a:rPr lang="zh-CN" altLang="en-US" dirty="0"/>
              <a:t>服务端转发层：</a:t>
            </a:r>
            <a:r>
              <a:rPr lang="en-US" altLang="zh-CN" dirty="0"/>
              <a:t>TUN / NAT / </a:t>
            </a:r>
            <a:r>
              <a:rPr lang="zh-CN" altLang="en-US" dirty="0"/>
              <a:t>路由</a:t>
            </a:r>
          </a:p>
          <a:p>
            <a:pPr>
              <a:lnSpc>
                <a:spcPts val="2500"/>
              </a:lnSpc>
            </a:pPr>
            <a:r>
              <a:rPr lang="en-US" altLang="zh-CN" dirty="0"/>
              <a:t>Evaluation Layer    </a:t>
            </a:r>
            <a:r>
              <a:rPr lang="zh-CN" altLang="en-US" dirty="0"/>
              <a:t>评估层：抓包、统计、检测、对比</a:t>
            </a:r>
          </a:p>
        </p:txBody>
      </p:sp>
    </p:spTree>
    <p:extLst>
      <p:ext uri="{BB962C8B-B14F-4D97-AF65-F5344CB8AC3E}">
        <p14:creationId xmlns:p14="http://schemas.microsoft.com/office/powerpoint/2010/main" val="70601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A8F5E-6606-56D6-03BE-6FD7AD305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三、想法与思路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1195CB-E042-7BF9-A549-8D1402CD4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85" y="1554204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dirty="0"/>
              <a:t>（一）一些对总体方案的思考</a:t>
            </a:r>
            <a:r>
              <a:rPr lang="en-US" altLang="zh-CN" dirty="0"/>
              <a:t>	</a:t>
            </a:r>
          </a:p>
          <a:p>
            <a:pPr marL="0" indent="0">
              <a:buNone/>
            </a:pPr>
            <a:br>
              <a:rPr lang="en-US" altLang="zh-CN" dirty="0"/>
            </a:br>
            <a:endParaRPr lang="en-US" altLang="zh-CN" dirty="0"/>
          </a:p>
          <a:p>
            <a:pPr marL="914400" lvl="2" indent="0">
              <a:buNone/>
            </a:pPr>
            <a:r>
              <a:rPr lang="zh-CN" altLang="en-US" dirty="0"/>
              <a:t>对任务的拆分：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设计统一 </a:t>
            </a:r>
            <a:r>
              <a:rPr lang="en-US" altLang="zh-CN" dirty="0"/>
              <a:t>Frame </a:t>
            </a:r>
            <a:r>
              <a:rPr lang="zh-CN" altLang="en-US" dirty="0"/>
              <a:t>格式，定义一种隧道内部格式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设计 </a:t>
            </a:r>
            <a:r>
              <a:rPr lang="en-US" altLang="zh-CN" dirty="0"/>
              <a:t>Transport </a:t>
            </a:r>
            <a:r>
              <a:rPr lang="zh-CN" altLang="en-US" dirty="0"/>
              <a:t>抽象接口，让 </a:t>
            </a:r>
            <a:r>
              <a:rPr lang="en-US" altLang="zh-CN" dirty="0"/>
              <a:t>VPN </a:t>
            </a:r>
            <a:r>
              <a:rPr lang="zh-CN" altLang="en-US" dirty="0"/>
              <a:t>核心层依赖一个统一接口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sz="1400" dirty="0"/>
              <a:t>	 </a:t>
            </a:r>
            <a:r>
              <a:rPr lang="en-US" altLang="zh-CN" sz="1300" dirty="0"/>
              <a:t> </a:t>
            </a:r>
            <a:r>
              <a:rPr lang="en-US" altLang="zh-CN" sz="1400" dirty="0"/>
              <a:t> 1. </a:t>
            </a:r>
            <a:r>
              <a:rPr lang="zh-CN" altLang="en-US" sz="1400" dirty="0"/>
              <a:t>定义 </a:t>
            </a:r>
            <a:r>
              <a:rPr lang="en-US" altLang="zh-CN" sz="1400" dirty="0"/>
              <a:t>Transport </a:t>
            </a:r>
            <a:r>
              <a:rPr lang="zh-CN" altLang="en-US" sz="1400" dirty="0"/>
              <a:t>基类或接口</a:t>
            </a:r>
          </a:p>
          <a:p>
            <a:pPr marL="914400" lvl="2" indent="0">
              <a:buNone/>
            </a:pPr>
            <a:r>
              <a:rPr lang="en-US" altLang="zh-CN" sz="1400" dirty="0"/>
              <a:t>	   2. </a:t>
            </a:r>
            <a:r>
              <a:rPr lang="zh-CN" altLang="en-US" sz="1400" dirty="0"/>
              <a:t>实现 </a:t>
            </a:r>
            <a:r>
              <a:rPr lang="en-US" altLang="zh-CN" sz="1400" dirty="0"/>
              <a:t>TCP</a:t>
            </a:r>
            <a:r>
              <a:rPr lang="zh-CN" altLang="en-US" sz="1400" dirty="0"/>
              <a:t>、</a:t>
            </a:r>
            <a:r>
              <a:rPr lang="en-US" altLang="zh-CN" sz="1400" dirty="0"/>
              <a:t> TLS</a:t>
            </a:r>
            <a:r>
              <a:rPr lang="zh-CN" altLang="en-US" sz="1400" dirty="0"/>
              <a:t>、</a:t>
            </a:r>
            <a:r>
              <a:rPr lang="en-US" altLang="zh-CN" sz="1400" dirty="0"/>
              <a:t>WebSocket</a:t>
            </a:r>
            <a:r>
              <a:rPr lang="zh-CN" altLang="en-US" sz="1400" dirty="0"/>
              <a:t>、</a:t>
            </a:r>
            <a:r>
              <a:rPr lang="en-US" altLang="zh-CN" sz="1400" dirty="0"/>
              <a:t>SSH  Transport</a:t>
            </a:r>
          </a:p>
          <a:p>
            <a:pPr marL="914400" lvl="2" indent="0">
              <a:buNone/>
            </a:pPr>
            <a:r>
              <a:rPr lang="en-US" altLang="zh-CN" sz="1400" dirty="0"/>
              <a:t>	   3. </a:t>
            </a:r>
            <a:r>
              <a:rPr lang="zh-CN" altLang="en-US" sz="1400" dirty="0"/>
              <a:t>选择 </a:t>
            </a:r>
            <a:r>
              <a:rPr lang="en-US" altLang="zh-CN" sz="1400" dirty="0" err="1"/>
              <a:t>transport.type</a:t>
            </a:r>
            <a:endParaRPr lang="en-US" altLang="zh-CN" sz="1400" dirty="0"/>
          </a:p>
          <a:p>
            <a:pPr marL="914400" lvl="2" indent="0">
              <a:buNone/>
            </a:pPr>
            <a:r>
              <a:rPr lang="en-US" altLang="zh-CN" sz="1400" dirty="0"/>
              <a:t>  	   4. </a:t>
            </a:r>
            <a:r>
              <a:rPr lang="zh-CN" altLang="en-US" sz="1400" dirty="0"/>
              <a:t>保证核心层不感知底层协议</a:t>
            </a:r>
            <a:endParaRPr lang="en-US" altLang="zh-CN" sz="1400" dirty="0"/>
          </a:p>
          <a:p>
            <a:pPr marL="914400" lvl="2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实现外层协议模块</a:t>
            </a:r>
            <a:r>
              <a:rPr lang="en-US" altLang="zh-CN" dirty="0"/>
              <a:t>,</a:t>
            </a:r>
            <a:r>
              <a:rPr lang="zh-CN" altLang="en-US" dirty="0"/>
              <a:t>每个模块都实现同一组接口。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实现客户端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实现服务端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配置系统</a:t>
            </a:r>
            <a:endParaRPr lang="en-US" altLang="zh-CN" dirty="0"/>
          </a:p>
          <a:p>
            <a:pPr marL="914400" lvl="2" indent="0">
              <a:buNone/>
            </a:pPr>
            <a:r>
              <a:rPr lang="en-US" altLang="zh-CN" sz="1400" dirty="0"/>
              <a:t>	    1. </a:t>
            </a:r>
            <a:r>
              <a:rPr lang="zh-CN" altLang="en-US" sz="1400" dirty="0"/>
              <a:t>客户端读取配置</a:t>
            </a:r>
          </a:p>
          <a:p>
            <a:pPr marL="914400" lvl="2" indent="0">
              <a:buNone/>
            </a:pPr>
            <a:r>
              <a:rPr lang="en-US" altLang="zh-CN" sz="1400" dirty="0"/>
              <a:t>      	    2. </a:t>
            </a:r>
            <a:r>
              <a:rPr lang="zh-CN" altLang="en-US" sz="1400" dirty="0"/>
              <a:t>服务端读取配置</a:t>
            </a:r>
          </a:p>
          <a:p>
            <a:pPr marL="914400" lvl="2" indent="0">
              <a:buNone/>
            </a:pPr>
            <a:r>
              <a:rPr lang="en-US" altLang="zh-CN" sz="1400" dirty="0"/>
              <a:t>                 	    3. </a:t>
            </a:r>
            <a:r>
              <a:rPr lang="zh-CN" altLang="en-US" sz="1400" dirty="0"/>
              <a:t>根据 </a:t>
            </a:r>
            <a:r>
              <a:rPr lang="en-US" altLang="zh-CN" sz="1400" dirty="0" err="1"/>
              <a:t>transport.type</a:t>
            </a:r>
            <a:r>
              <a:rPr lang="en-US" altLang="zh-CN" sz="1400" dirty="0"/>
              <a:t> </a:t>
            </a:r>
            <a:r>
              <a:rPr lang="zh-CN" altLang="en-US" sz="1400" dirty="0"/>
              <a:t>选择 </a:t>
            </a:r>
            <a:r>
              <a:rPr lang="en-US" altLang="zh-CN" sz="1400" dirty="0"/>
              <a:t>Transport</a:t>
            </a:r>
          </a:p>
          <a:p>
            <a:pPr marL="914400" lvl="2" indent="0">
              <a:buNone/>
            </a:pPr>
            <a:r>
              <a:rPr lang="en-US" altLang="zh-CN" sz="1400" dirty="0"/>
              <a:t>	    4. </a:t>
            </a:r>
            <a:r>
              <a:rPr lang="zh-CN" altLang="en-US" sz="1400" dirty="0"/>
              <a:t>校验配置是否合法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A90BBAF-6C48-3F6B-B34E-D7BD0C3E357A}"/>
              </a:ext>
            </a:extLst>
          </p:cNvPr>
          <p:cNvSpPr txBox="1"/>
          <p:nvPr/>
        </p:nvSpPr>
        <p:spPr>
          <a:xfrm>
            <a:off x="2281068" y="5849329"/>
            <a:ext cx="3590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认证与安全控制</a:t>
            </a:r>
            <a:endParaRPr lang="en-US" altLang="zh-CN" dirty="0"/>
          </a:p>
          <a:p>
            <a:r>
              <a:rPr lang="zh-CN" altLang="en-US" dirty="0"/>
              <a:t>心跳、超时和重连处理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82124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5E28C-B66F-84D8-AFA3-3E0D69C81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214D6C-EAA4-3DB4-2EA3-75284926C0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先完成基础的</a:t>
            </a:r>
            <a:r>
              <a:rPr lang="en-US" altLang="zh-CN" dirty="0"/>
              <a:t>VPN+</a:t>
            </a:r>
            <a:r>
              <a:rPr lang="zh-CN" altLang="en-US" dirty="0"/>
              <a:t>固定的内部协议加上固定的外部嵌套协议的全栈模型（基本的生成）</a:t>
            </a:r>
            <a:endParaRPr lang="en-US" altLang="zh-CN" sz="1800" dirty="0"/>
          </a:p>
          <a:p>
            <a:r>
              <a:rPr lang="zh-CN" altLang="en-US" dirty="0"/>
              <a:t>加入</a:t>
            </a:r>
            <a:r>
              <a:rPr lang="en-US" altLang="zh-CN" dirty="0"/>
              <a:t>LLM</a:t>
            </a:r>
            <a:r>
              <a:rPr lang="zh-CN" altLang="en-US" dirty="0"/>
              <a:t>模块，接入</a:t>
            </a:r>
            <a:r>
              <a:rPr lang="en-US" altLang="zh-CN" dirty="0"/>
              <a:t>API,</a:t>
            </a:r>
            <a:r>
              <a:rPr lang="zh-CN" altLang="en-US" dirty="0"/>
              <a:t>全自动完成</a:t>
            </a:r>
            <a:r>
              <a:rPr lang="zh-CN" altLang="en-US" sz="2800" dirty="0"/>
              <a:t>协议上（</a:t>
            </a:r>
            <a:r>
              <a:rPr lang="en-US" altLang="zh-CN" sz="2800" dirty="0"/>
              <a:t>VPN</a:t>
            </a:r>
            <a:r>
              <a:rPr lang="zh-CN" altLang="en-US" sz="2800" dirty="0"/>
              <a:t>外层或者内部）的修改（功能的迭代），</a:t>
            </a:r>
            <a:r>
              <a:rPr lang="zh-CN" altLang="en-US" dirty="0"/>
              <a:t>起到收到诉求就能出结果，自动重构代码的任务，要求人工基本不参与代码编写，只提供需求</a:t>
            </a:r>
            <a:endParaRPr lang="en-US" altLang="zh-CN" sz="2800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23799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501</TotalTime>
  <Words>571</Words>
  <Application>Microsoft Office PowerPoint</Application>
  <PresentationFormat>宽屏</PresentationFormat>
  <Paragraphs>73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三、想法与思路</vt:lpstr>
      <vt:lpstr>三、想法与思路</vt:lpstr>
      <vt:lpstr>三、想法与思路</vt:lpstr>
      <vt:lpstr>工作总结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jiangsheng ting</dc:creator>
  <cp:lastModifiedBy>jiangsheng ting</cp:lastModifiedBy>
  <cp:revision>19</cp:revision>
  <dcterms:created xsi:type="dcterms:W3CDTF">2026-04-24T06:24:16Z</dcterms:created>
  <dcterms:modified xsi:type="dcterms:W3CDTF">2026-04-27T08:33:16Z</dcterms:modified>
</cp:coreProperties>
</file>